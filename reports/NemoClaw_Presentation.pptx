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6B900"/>
                </a:solidFill>
              </a:defRPr>
            </a:pPr>
            <a:r>
              <a:t>NVIDIA NemoClaw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Secure AI Agent Execution Platform</a:t>
            </a:r>
            <a:br/>
            <a:r>
              <a:t>Technical Review for Management &amp;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What is NemoClaw?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Open-source reference stack by NVIDIA (Apache 2.0 license)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Secure wrapper around OpenClaw AI agent framework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4-layer sandbox isolation (Docker + Landlock + seccomp + netns)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Strict-by-default network policy with operator approval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Supports local inference: vLLM, Ollama, NVIDIA NIM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Current status: Alpha (March 2026)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GitHub: 14,300+ stars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NemoClaw CLI (TypeScript plugin) -&gt; registers commands in OpenClaw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NemoClaw Blueprint (Python) -&gt; orchestrates OpenShell resources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NVIDIA OpenShell -&gt; provides sandbox runtime environment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Sandbox Container -&gt; runs OpenClaw agent in isolation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OpenShell Gateway -&gt; routes inference, intercepts network requests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Inference Provider -&gt; NVIDIA Cloud / NIM / vLLM / Ollama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Agent -&gt; Sandbox -&gt; Gateway -&gt; Inference Provider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Security: 4 Layers of Isolation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Protection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1. Container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Process &amp; filesystem isolation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2. File Access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Landlock LSM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Read-only /usr, /lib, /etc; RW only /sandbox, /tmp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3. Syscalls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seccomp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System call filtering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4. Network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netns + iptables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Strict-by-default; operator approval for new endpoints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Network Security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All outbound traffic BLOCKED by default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Only explicitly whitelisted endpoints are allowed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Pre-approved: NVIDIA API, GitHub, npm registry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Inference requests route through OpenShell gateway only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Agent cannot directly reach external inference providers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Operator Approval Flow: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1. Agent requests unknown endpoint -&gt; blocked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2. Request displayed in TUI for operator review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3. Operator approves/denies in real-time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4. Approved endpoint added to session policy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Supported Inference Providers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NVIDIA Cloud API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Nemotron models (default)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Cloud deployment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NVIDIA NIM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Local inference microservice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Enterprise GPU servers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vLLM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Open-source inference server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Production (recommended)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Lightweight local model server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Development/testing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System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Minimum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 vCPU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4+ vCPU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RAM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 GB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16 GB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Disk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 GB free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40 GB free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Ubuntu 22.04+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Ubuntu 22.04+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20+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20+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Installed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Installed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OpenShell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Installed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Installed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Components for Air-Gapped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Required Software: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NemoClaw (GitHub: NVIDIA/NemoClaw)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OpenShell (GitHub: NVIDIA/OpenShell)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OpenClaw (GitHub: openclaw/openclaw)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Docker, Node.js 20+, Python 3.10+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Sandbox container image (ghcr.io/nvidia/openshell-community)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Inference (choose one):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vLLM (production) or Ollama (dev/test)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Models: Nemotron-3-Super-120B, Qwen3-Coder-30B, MiniMax M2.7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Comparison with Alternatives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Local Models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Sandbox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License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Maturity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NemoClaw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Yes (vLLM/Ollama)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4-layer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Apache 2.0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Alpha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OpenHands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Yes (Ollama/vLLM)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Docker/K8s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MIT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Mature (65K stars)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OpenCode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Yes (Ollama)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Open Source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Mature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Aider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Yes (Ollama)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Apache 2.0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Mature (40K stars)</a:t>
                      </a:r>
                    </a:p>
                  </a:txBody>
                  <a:tcPr>
                    <a:solidFill>
                      <a:srgbClr val="1B1B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NanoClaw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As tool only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MIT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1. PILOT: Deploy NemoClaw + Ollama + Qwen3-Coder on test server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2. PRODUCTION: NemoClaw + vLLM + Nemotron on GPU server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3. AIR-GAPPED: Pre-package all images, packages, and model weights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4. MONITORING: Use OpenShell audit + SIEM integration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Risks to consider: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Alpha status: APIs may change (pin versions)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Local model quality: test for specific use cases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- Deployment complexity: use Ansible/Terraform 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6B900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1. Approve pilot project scope and timeline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2. Allocate test server (4+ vCPU, 16GB RAM, GPU optional)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3. Deploy NemoClaw + Ollama with Qwen3-Coder model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4. Security team: review sandbox policies and network rules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5. Run controlled tests with sample coding tasks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6. Evaluate results and decide on production deployment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Contact: github.com/NVIDIA/NemoClaw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Documentation: docs.nvidia.com/nemoclaw/latest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